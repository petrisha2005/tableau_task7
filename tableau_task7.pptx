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962E3013-4A35-4414-99E9-C61D4AB26EAE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tableau_task7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64E2558-FF82-4A15-AC19-7B96B8BF396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29/01/26 8:14:34 pm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DEB389DB-D703-40D3-9747-8F8525AA60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2026-01-29T14:44:35Z</dcterms:created>
  <dcterms:modified xsi:type="dcterms:W3CDTF">2026-01-29T14:44:35Z</dcterms:modified>
</cp:coreProperties>
</file>